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172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09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4361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12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76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612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72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98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8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77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1966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31DDA-93AD-4BDE-ABEC-86DE89ACF896}" type="datetimeFigureOut">
              <a:rPr lang="ru-RU" smtClean="0"/>
              <a:t>15.10.2024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307EF-AC74-45B5-B4E8-5066681F07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967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Практическая работа </a:t>
            </a:r>
            <a:r>
              <a:rPr lang="en-US" dirty="0" smtClean="0"/>
              <a:t>"</a:t>
            </a:r>
            <a:r>
              <a:rPr lang="ru-RU" dirty="0" smtClean="0"/>
              <a:t>Передача файлов по протоколу SFTP</a:t>
            </a:r>
            <a:r>
              <a:rPr lang="en-US" dirty="0" smtClean="0"/>
              <a:t>"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9832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1</a:t>
            </a:r>
            <a:r>
              <a:rPr lang="en-US" dirty="0" smtClean="0"/>
              <a:t>:</a:t>
            </a:r>
            <a:r>
              <a:rPr lang="ru-RU" dirty="0" smtClean="0"/>
              <a:t> Запуск терминала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Запустить </a:t>
            </a:r>
            <a:r>
              <a:rPr lang="en-US" dirty="0" smtClean="0"/>
              <a:t>putty</a:t>
            </a:r>
            <a:r>
              <a:rPr lang="ru-RU" dirty="0" smtClean="0"/>
              <a:t>.</a:t>
            </a:r>
            <a:r>
              <a:rPr lang="en-US" dirty="0" smtClean="0"/>
              <a:t>exe;</a:t>
            </a:r>
          </a:p>
          <a:p>
            <a:r>
              <a:rPr lang="ru-RU" dirty="0" smtClean="0"/>
              <a:t>Выбрать сохранённую сессию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Нажать </a:t>
            </a:r>
            <a:r>
              <a:rPr lang="en-US" dirty="0" smtClean="0"/>
              <a:t>"Load";</a:t>
            </a:r>
          </a:p>
          <a:p>
            <a:r>
              <a:rPr lang="ru-RU" dirty="0" smtClean="0"/>
              <a:t>Нажать </a:t>
            </a:r>
            <a:r>
              <a:rPr lang="en-US" dirty="0" smtClean="0"/>
              <a:t>"Open".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449" y="1690688"/>
            <a:ext cx="4307041" cy="4211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79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2:</a:t>
            </a:r>
            <a:r>
              <a:rPr lang="ru-RU" dirty="0" smtClean="0"/>
              <a:t> Установка файлового менеджера </a:t>
            </a:r>
            <a:r>
              <a:rPr lang="en-US" dirty="0"/>
              <a:t>Midnight Commander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Выполнить команду </a:t>
            </a:r>
            <a:r>
              <a:rPr lang="en-US" dirty="0" err="1" smtClean="0"/>
              <a:t>sudo</a:t>
            </a:r>
            <a:r>
              <a:rPr lang="en-US" dirty="0" smtClean="0"/>
              <a:t> apt install mc</a:t>
            </a:r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14" y="2328840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573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3:</a:t>
            </a:r>
            <a:r>
              <a:rPr lang="ru-RU" dirty="0" smtClean="0"/>
              <a:t> Создание группы и пользователя для удалённого подключения по </a:t>
            </a:r>
            <a:r>
              <a:rPr lang="en-US" dirty="0" smtClean="0"/>
              <a:t>SFTP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4068778" cy="4351338"/>
          </a:xfrm>
        </p:spPr>
        <p:txBody>
          <a:bodyPr/>
          <a:lstStyle/>
          <a:p>
            <a:r>
              <a:rPr lang="ru-RU" dirty="0" smtClean="0"/>
              <a:t>Выполнить команды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groupadd</a:t>
            </a:r>
            <a:r>
              <a:rPr lang="en-US" dirty="0" smtClean="0"/>
              <a:t> </a:t>
            </a:r>
            <a:r>
              <a:rPr lang="en-US" dirty="0" err="1" smtClean="0"/>
              <a:t>sftp</a:t>
            </a:r>
            <a:r>
              <a:rPr lang="en-US" dirty="0" smtClean="0"/>
              <a:t>-users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useradd</a:t>
            </a:r>
            <a:r>
              <a:rPr lang="en-US" dirty="0" smtClean="0"/>
              <a:t> --no-create-home --</a:t>
            </a:r>
            <a:r>
              <a:rPr lang="en-US" dirty="0" err="1" smtClean="0"/>
              <a:t>gid</a:t>
            </a:r>
            <a:r>
              <a:rPr lang="en-US" dirty="0" smtClean="0"/>
              <a:t> </a:t>
            </a:r>
            <a:r>
              <a:rPr lang="en-US" dirty="0" err="1" smtClean="0"/>
              <a:t>sftp</a:t>
            </a:r>
            <a:r>
              <a:rPr lang="en-US" dirty="0" smtClean="0"/>
              <a:t>-users </a:t>
            </a:r>
            <a:r>
              <a:rPr lang="en-US" dirty="0" err="1" smtClean="0"/>
              <a:t>sftp</a:t>
            </a:r>
            <a:r>
              <a:rPr lang="en-US" dirty="0" smtClean="0"/>
              <a:t>-user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passwd</a:t>
            </a:r>
            <a:r>
              <a:rPr lang="en-US" dirty="0" smtClean="0"/>
              <a:t> </a:t>
            </a:r>
            <a:r>
              <a:rPr lang="en-US" dirty="0" err="1" smtClean="0"/>
              <a:t>sftp</a:t>
            </a:r>
            <a:r>
              <a:rPr lang="en-US" dirty="0" smtClean="0"/>
              <a:t>-user</a:t>
            </a:r>
          </a:p>
          <a:p>
            <a:r>
              <a:rPr lang="ru-RU" dirty="0" smtClean="0"/>
              <a:t>Открыть </a:t>
            </a:r>
            <a:r>
              <a:rPr lang="en-US" dirty="0" smtClean="0"/>
              <a:t>MC </a:t>
            </a:r>
            <a:r>
              <a:rPr lang="ru-RU" dirty="0" smtClean="0"/>
              <a:t>командой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smtClean="0"/>
              <a:t>mc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429" y="1825625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348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4</a:t>
            </a:r>
            <a:r>
              <a:rPr lang="en-US" dirty="0" smtClean="0"/>
              <a:t>:</a:t>
            </a:r>
            <a:r>
              <a:rPr lang="ru-RU" dirty="0" smtClean="0"/>
              <a:t> Настройка параметров подключения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Перейти в каталог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ssh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Найти файл </a:t>
            </a:r>
            <a:r>
              <a:rPr lang="en-US" dirty="0" err="1" smtClean="0"/>
              <a:t>sshd_config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Нажать клавишу </a:t>
            </a:r>
            <a:r>
              <a:rPr lang="en-US" dirty="0" smtClean="0"/>
              <a:t>F4.</a:t>
            </a: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096" y="1825625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262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4</a:t>
            </a:r>
            <a:r>
              <a:rPr lang="en-US" dirty="0" smtClean="0"/>
              <a:t>:</a:t>
            </a:r>
            <a:r>
              <a:rPr lang="ru-RU" dirty="0" smtClean="0"/>
              <a:t> Настройка параметров подключения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 экране выбора редактора выбрать пункт </a:t>
            </a:r>
            <a:r>
              <a:rPr lang="en-US" dirty="0" smtClean="0"/>
              <a:t>"</a:t>
            </a:r>
            <a:r>
              <a:rPr lang="en-US" dirty="0" err="1" smtClean="0"/>
              <a:t>mcedit</a:t>
            </a:r>
            <a:r>
              <a:rPr lang="en-US" dirty="0" smtClean="0"/>
              <a:t>"</a:t>
            </a:r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14" y="2437482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871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4</a:t>
            </a:r>
            <a:r>
              <a:rPr lang="en-US" dirty="0" smtClean="0"/>
              <a:t>:</a:t>
            </a:r>
            <a:r>
              <a:rPr lang="ru-RU" dirty="0" smtClean="0"/>
              <a:t> Настройка параметров подключения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1" y="1825625"/>
            <a:ext cx="4217028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Переместить курсор в конец файла</a:t>
            </a:r>
            <a:r>
              <a:rPr lang="en-US" dirty="0" smtClean="0"/>
              <a:t>;</a:t>
            </a:r>
          </a:p>
          <a:p>
            <a:r>
              <a:rPr lang="ru-RU" dirty="0" smtClean="0"/>
              <a:t>Дописать строки как на примере (можно без комментариев)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Нажать клавишу </a:t>
            </a:r>
            <a:r>
              <a:rPr lang="en-US" dirty="0" smtClean="0"/>
              <a:t>F2 </a:t>
            </a:r>
            <a:r>
              <a:rPr lang="ru-RU" dirty="0" smtClean="0"/>
              <a:t>для сохранения файла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Нажать клавишу </a:t>
            </a:r>
            <a:r>
              <a:rPr lang="en-US" dirty="0" smtClean="0"/>
              <a:t>ESC</a:t>
            </a:r>
            <a:r>
              <a:rPr lang="ru-RU" dirty="0" smtClean="0"/>
              <a:t> чтобы выйти из редактора.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29" y="2009764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804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5</a:t>
            </a:r>
            <a:r>
              <a:rPr lang="en-US" dirty="0" smtClean="0"/>
              <a:t>:</a:t>
            </a:r>
            <a:r>
              <a:rPr lang="ru-RU" dirty="0" smtClean="0"/>
              <a:t> Создание каталогов для обмена файлами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887709" cy="4351338"/>
          </a:xfrm>
        </p:spPr>
        <p:txBody>
          <a:bodyPr/>
          <a:lstStyle/>
          <a:p>
            <a:r>
              <a:rPr lang="ru-RU" dirty="0" smtClean="0"/>
              <a:t>Перейти в каталог </a:t>
            </a:r>
            <a:r>
              <a:rPr lang="en-US" dirty="0" smtClean="0"/>
              <a:t>/</a:t>
            </a:r>
            <a:r>
              <a:rPr lang="en-US" dirty="0" err="1" smtClean="0"/>
              <a:t>srv</a:t>
            </a:r>
            <a:r>
              <a:rPr lang="en-US" dirty="0" smtClean="0"/>
              <a:t>;</a:t>
            </a:r>
          </a:p>
          <a:p>
            <a:r>
              <a:rPr lang="ru-RU" dirty="0" smtClean="0"/>
              <a:t>Нажатием клавиши </a:t>
            </a:r>
            <a:r>
              <a:rPr lang="en-US" dirty="0" smtClean="0"/>
              <a:t>F7 </a:t>
            </a:r>
            <a:r>
              <a:rPr lang="ru-RU" dirty="0" smtClean="0"/>
              <a:t>создать дерево </a:t>
            </a:r>
            <a:r>
              <a:rPr lang="en-US" dirty="0" smtClean="0"/>
              <a:t>/</a:t>
            </a:r>
            <a:r>
              <a:rPr lang="en-US" dirty="0" err="1" smtClean="0"/>
              <a:t>srv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r>
              <a:rPr lang="en-US" dirty="0" smtClean="0"/>
              <a:t>-user;</a:t>
            </a:r>
          </a:p>
          <a:p>
            <a:r>
              <a:rPr lang="ru-RU" dirty="0" smtClean="0"/>
              <a:t>Нажать клавишу </a:t>
            </a:r>
            <a:r>
              <a:rPr lang="en-US" dirty="0" smtClean="0"/>
              <a:t>F10</a:t>
            </a:r>
            <a:r>
              <a:rPr lang="ru-RU" dirty="0" smtClean="0"/>
              <a:t> чтобы выйти из </a:t>
            </a:r>
            <a:r>
              <a:rPr lang="en-US" dirty="0" smtClean="0"/>
              <a:t>MC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29" y="2009764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26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6:</a:t>
            </a:r>
            <a:r>
              <a:rPr lang="ru-RU" dirty="0" smtClean="0"/>
              <a:t> Завершение настройки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887709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 smtClean="0"/>
              <a:t>Выполнить перезапуск сервиса </a:t>
            </a:r>
            <a:r>
              <a:rPr lang="en-US" dirty="0" err="1" smtClean="0"/>
              <a:t>ssh</a:t>
            </a:r>
            <a:r>
              <a:rPr lang="en-US" dirty="0" smtClean="0"/>
              <a:t> </a:t>
            </a:r>
            <a:r>
              <a:rPr lang="ru-RU" dirty="0" smtClean="0"/>
              <a:t>командой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systemctl</a:t>
            </a:r>
            <a:r>
              <a:rPr lang="en-US" dirty="0" smtClean="0"/>
              <a:t> restart </a:t>
            </a:r>
            <a:r>
              <a:rPr lang="en-US" dirty="0" err="1" smtClean="0"/>
              <a:t>ssh.service</a:t>
            </a:r>
            <a:endParaRPr lang="en-US" dirty="0" smtClean="0"/>
          </a:p>
          <a:p>
            <a:r>
              <a:rPr lang="ru-RU" dirty="0" smtClean="0"/>
              <a:t>Сменить владельца и права доступа для папки </a:t>
            </a:r>
            <a:r>
              <a:rPr lang="en-US" dirty="0" err="1" smtClean="0"/>
              <a:t>sftp</a:t>
            </a:r>
            <a:r>
              <a:rPr lang="en-US" dirty="0" smtClean="0"/>
              <a:t> </a:t>
            </a:r>
            <a:r>
              <a:rPr lang="ru-RU" dirty="0" smtClean="0"/>
              <a:t>командами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chown</a:t>
            </a:r>
            <a:r>
              <a:rPr lang="en-US" dirty="0" smtClean="0"/>
              <a:t> </a:t>
            </a:r>
            <a:r>
              <a:rPr lang="en-US" dirty="0" err="1" smtClean="0"/>
              <a:t>root:root</a:t>
            </a:r>
            <a:r>
              <a:rPr lang="en-US" dirty="0" smtClean="0"/>
              <a:t> /</a:t>
            </a:r>
            <a:r>
              <a:rPr lang="en-US" dirty="0" err="1" smtClean="0"/>
              <a:t>srv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endParaRPr lang="ru-RU" dirty="0"/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chmod</a:t>
            </a:r>
            <a:r>
              <a:rPr lang="en-US" dirty="0" smtClean="0"/>
              <a:t> 755 /</a:t>
            </a:r>
            <a:r>
              <a:rPr lang="en-US" dirty="0" err="1" smtClean="0"/>
              <a:t>srv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endParaRPr lang="en-US" dirty="0" smtClean="0"/>
          </a:p>
          <a:p>
            <a:r>
              <a:rPr lang="ru-RU" dirty="0" smtClean="0"/>
              <a:t>Сменить владельца </a:t>
            </a:r>
            <a:r>
              <a:rPr lang="ru-RU" dirty="0" smtClean="0"/>
              <a:t>для </a:t>
            </a:r>
            <a:r>
              <a:rPr lang="ru-RU" dirty="0" smtClean="0"/>
              <a:t>папки </a:t>
            </a:r>
            <a:r>
              <a:rPr lang="en-US" dirty="0" err="1" smtClean="0"/>
              <a:t>sftp</a:t>
            </a:r>
            <a:r>
              <a:rPr lang="en-US" dirty="0" smtClean="0"/>
              <a:t>-user </a:t>
            </a:r>
            <a:r>
              <a:rPr lang="ru-RU" dirty="0" smtClean="0"/>
              <a:t>командой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chown</a:t>
            </a:r>
            <a:r>
              <a:rPr lang="en-US" dirty="0" smtClean="0"/>
              <a:t> </a:t>
            </a:r>
            <a:r>
              <a:rPr lang="en-US" dirty="0" err="1" smtClean="0"/>
              <a:t>sftp-user:sftp-users</a:t>
            </a:r>
            <a:r>
              <a:rPr lang="ru-RU" dirty="0" smtClean="0"/>
              <a:t> </a:t>
            </a:r>
            <a:r>
              <a:rPr lang="en-US" dirty="0" smtClean="0"/>
              <a:t>/</a:t>
            </a:r>
            <a:r>
              <a:rPr lang="en-US" dirty="0" err="1" smtClean="0"/>
              <a:t>srv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r>
              <a:rPr lang="en-US" dirty="0" smtClean="0"/>
              <a:t>/</a:t>
            </a:r>
            <a:r>
              <a:rPr lang="en-US" dirty="0" err="1" smtClean="0"/>
              <a:t>sftp</a:t>
            </a:r>
            <a:r>
              <a:rPr lang="en-US" dirty="0" smtClean="0"/>
              <a:t>-user</a:t>
            </a:r>
            <a:endParaRPr lang="ru-RU" dirty="0" smtClean="0"/>
          </a:p>
          <a:p>
            <a:r>
              <a:rPr lang="ru-RU" dirty="0" smtClean="0"/>
              <a:t>Закрыть окно терминала.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229" y="2009764"/>
            <a:ext cx="6298571" cy="398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1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7:</a:t>
            </a:r>
            <a:r>
              <a:rPr lang="ru-RU" dirty="0" smtClean="0"/>
              <a:t> Проверка настроек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415763" cy="4351338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Открыть окно </a:t>
            </a:r>
            <a:r>
              <a:rPr lang="en-US" dirty="0" smtClean="0"/>
              <a:t>PowerShell;</a:t>
            </a:r>
          </a:p>
          <a:p>
            <a:r>
              <a:rPr lang="ru-RU" dirty="0" smtClean="0"/>
              <a:t>Попробовать подключиться к серверу по </a:t>
            </a:r>
            <a:r>
              <a:rPr lang="en-US" dirty="0" smtClean="0"/>
              <a:t>SSH</a:t>
            </a:r>
            <a:r>
              <a:rPr lang="ru-RU" dirty="0" smtClean="0"/>
              <a:t>,</a:t>
            </a:r>
            <a:r>
              <a:rPr lang="en-US" dirty="0" smtClean="0"/>
              <a:t> </a:t>
            </a:r>
            <a:r>
              <a:rPr lang="ru-RU" dirty="0" smtClean="0"/>
              <a:t>используя учётные данные пользователя </a:t>
            </a:r>
            <a:r>
              <a:rPr lang="en-US" dirty="0" err="1" smtClean="0"/>
              <a:t>sftp</a:t>
            </a:r>
            <a:r>
              <a:rPr lang="en-US" dirty="0" smtClean="0"/>
              <a:t>-user;</a:t>
            </a:r>
          </a:p>
          <a:p>
            <a:r>
              <a:rPr lang="ru-RU" dirty="0" smtClean="0"/>
              <a:t>Закрыть окно </a:t>
            </a:r>
            <a:r>
              <a:rPr lang="en-US" dirty="0" smtClean="0"/>
              <a:t>PowerShell</a:t>
            </a:r>
            <a:r>
              <a:rPr lang="ru-RU" dirty="0" smtClean="0"/>
              <a:t>.</a:t>
            </a:r>
            <a:endParaRPr lang="en-US" dirty="0" smtClean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3963" y="1412340"/>
            <a:ext cx="80478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14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8</a:t>
            </a:r>
            <a:r>
              <a:rPr lang="en-US" dirty="0" smtClean="0"/>
              <a:t>:</a:t>
            </a:r>
            <a:r>
              <a:rPr lang="ru-RU" dirty="0" smtClean="0"/>
              <a:t> Подключение через </a:t>
            </a:r>
            <a:r>
              <a:rPr lang="en-US" dirty="0" err="1"/>
              <a:t>WinSCP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887709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Скачать и установить клиент </a:t>
            </a:r>
            <a:r>
              <a:rPr lang="en-US" dirty="0" err="1" smtClean="0"/>
              <a:t>WinSCP</a:t>
            </a:r>
            <a:r>
              <a:rPr lang="en-US" dirty="0" smtClean="0"/>
              <a:t>;</a:t>
            </a:r>
          </a:p>
          <a:p>
            <a:r>
              <a:rPr lang="ru-RU" dirty="0" smtClean="0"/>
              <a:t>Запустить </a:t>
            </a:r>
            <a:r>
              <a:rPr lang="en-US" dirty="0" smtClean="0"/>
              <a:t>WinSCP.exe;</a:t>
            </a:r>
          </a:p>
          <a:p>
            <a:r>
              <a:rPr lang="ru-RU" dirty="0" smtClean="0"/>
              <a:t>В окне входа ввести </a:t>
            </a:r>
            <a:r>
              <a:rPr lang="en-US" dirty="0" smtClean="0"/>
              <a:t>IP-</a:t>
            </a:r>
            <a:r>
              <a:rPr lang="ru-RU" dirty="0" smtClean="0"/>
              <a:t>адрес сервера, учётные данные пользователя </a:t>
            </a:r>
            <a:r>
              <a:rPr lang="en-US" dirty="0" err="1" smtClean="0"/>
              <a:t>sftp</a:t>
            </a:r>
            <a:r>
              <a:rPr lang="en-US" dirty="0" smtClean="0"/>
              <a:t>-user;</a:t>
            </a:r>
            <a:endParaRPr lang="ru-RU" dirty="0" smtClean="0"/>
          </a:p>
          <a:p>
            <a:r>
              <a:rPr lang="ru-RU" dirty="0" smtClean="0"/>
              <a:t>Нажать </a:t>
            </a:r>
            <a:r>
              <a:rPr lang="en-US" dirty="0" smtClean="0"/>
              <a:t>"</a:t>
            </a:r>
            <a:r>
              <a:rPr lang="ru-RU" dirty="0" smtClean="0"/>
              <a:t>Войти</a:t>
            </a:r>
            <a:r>
              <a:rPr lang="en-US" dirty="0" smtClean="0"/>
              <a:t>"</a:t>
            </a:r>
            <a:r>
              <a:rPr lang="ru-RU" dirty="0" smtClean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739" y="1690688"/>
            <a:ext cx="5965061" cy="403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01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8</a:t>
            </a:r>
            <a:r>
              <a:rPr lang="en-US" dirty="0" smtClean="0"/>
              <a:t>:</a:t>
            </a:r>
            <a:r>
              <a:rPr lang="ru-RU" dirty="0" smtClean="0"/>
              <a:t> Подключение через </a:t>
            </a:r>
            <a:r>
              <a:rPr lang="en-US" dirty="0" err="1"/>
              <a:t>WinSCP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3887709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В окне подтверждения нажать </a:t>
            </a:r>
            <a:r>
              <a:rPr lang="en-US" dirty="0" smtClean="0"/>
              <a:t>"</a:t>
            </a:r>
            <a:r>
              <a:rPr lang="ru-RU" dirty="0" smtClean="0"/>
              <a:t>Принять</a:t>
            </a:r>
            <a:r>
              <a:rPr lang="en-US" dirty="0" smtClean="0"/>
              <a:t>"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 smtClean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4356" y="1825625"/>
            <a:ext cx="4592906" cy="392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89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Шаг </a:t>
            </a:r>
            <a:r>
              <a:rPr lang="en-US" dirty="0" smtClean="0"/>
              <a:t>9:</a:t>
            </a:r>
            <a:r>
              <a:rPr lang="ru-RU" dirty="0" smtClean="0"/>
              <a:t> Обмен файлами с </a:t>
            </a:r>
            <a:r>
              <a:rPr lang="en-US" dirty="0" smtClean="0"/>
              <a:t>SFTP-</a:t>
            </a:r>
            <a:r>
              <a:rPr lang="ru-RU" dirty="0" smtClean="0"/>
              <a:t>сервером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 smtClean="0"/>
              <a:t>Попробовать загрузить и скачать несколько небольших файлов.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53" y="2236721"/>
            <a:ext cx="9014294" cy="678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769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319</Words>
  <Application>Microsoft Office PowerPoint</Application>
  <PresentationFormat>Широкоэкранный</PresentationFormat>
  <Paragraphs>52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Практическая работа "Передача файлов по протоколу SFTP"</vt:lpstr>
      <vt:lpstr>Шаг 1: Запуск терминала</vt:lpstr>
      <vt:lpstr>Шаг 2: Установка файлового менеджера Midnight Commander</vt:lpstr>
      <vt:lpstr>Шаг 3: Создание группы и пользователя для удалённого подключения по SFTP</vt:lpstr>
      <vt:lpstr>Шаг 4: Настройка параметров подключения</vt:lpstr>
      <vt:lpstr>Шаг 4: Настройка параметров подключения</vt:lpstr>
      <vt:lpstr>Шаг 4: Настройка параметров подключения</vt:lpstr>
      <vt:lpstr>Шаг 5: Создание каталогов для обмена файлами</vt:lpstr>
      <vt:lpstr>Шаг 6: Завершение настройки</vt:lpstr>
      <vt:lpstr>Шаг 7: Проверка настроек</vt:lpstr>
      <vt:lpstr>Шаг 8: Подключение через WinSCP</vt:lpstr>
      <vt:lpstr>Шаг 8: Подключение через WinSCP</vt:lpstr>
      <vt:lpstr>Шаг 9: Обмен файлами с SFTP-сервером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Передача файлов по SFTP</dc:title>
  <dc:creator>Dima</dc:creator>
  <cp:lastModifiedBy>Dima</cp:lastModifiedBy>
  <cp:revision>54</cp:revision>
  <dcterms:created xsi:type="dcterms:W3CDTF">2024-10-15T17:23:38Z</dcterms:created>
  <dcterms:modified xsi:type="dcterms:W3CDTF">2024-10-15T19:49:40Z</dcterms:modified>
</cp:coreProperties>
</file>